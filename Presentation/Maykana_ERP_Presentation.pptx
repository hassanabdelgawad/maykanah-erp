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93738"/>
          </a:solidFill>
          <a:ln>
            <a:solidFill>
              <a:srgbClr val="093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نظام ميكنة لتخطيط موارد المؤسسات</a:t>
            </a:r>
          </a:p>
          <a:p>
            <a:pPr algn="ctr">
              <a:defRPr sz="3600">
                <a:solidFill>
                  <a:srgbClr val="2CC28D"/>
                </a:solidFill>
              </a:defRPr>
            </a:pPr>
            <a:r>
              <a:t>Maykana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نظام متكامل لإدارة كافة عمليات المؤسسة</a:t>
            </a:r>
          </a:p>
          <a:p>
            <a:pPr algn="ctr">
              <a:defRPr sz="1800">
                <a:solidFill>
                  <a:srgbClr val="F1F5F9"/>
                </a:solidFill>
              </a:defRPr>
            </a:pPr>
            <a:r>
              <a:t>Complete Enterprise Resource Planning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نظرة عامة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نظام ERP متكامل مصمم للشركات السعودية والعربية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Complete ERP system designed for Saudi and Arabic companies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واجهة عربية أصلية مع دعم كامل للغة العربية (RTL)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Native Arabic interface with full RTL support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معمارية Monorepo حديثة باستخدام أحدث التقنيات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Modern Monorepo architecture using latest technologies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نظام شامل يغطي 10+ وحدات رئيسية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Comprehensive system covering 10+ main modules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تكامل كامل بين جميع الوحدات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Full integration between all modules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الأهداف والفوائد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Goals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الأهداف | Goals: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أتمتة جميع العمليات الإدارية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تحسين الكفاءة التشغيلية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توحيد البيانات في نظام واحد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تقليل الأخطاء البشرية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تسريع عملية اتخاذ القرار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الفوائد | Benefits: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توفير الوقت والجهد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تقليل التكاليف التشغيلية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تحسين دقة البيانات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تقارير فورية شاملة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سهولة التدقيق والمراجعة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الامتثال للمعايير المحاسبية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التقنيات المستخدمة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واجهة المستخدم | Frontend: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React 18 - مكتبة بناء الواجهات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TypeScript 5.8 - لغة البرمجة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Vite - أداة التطوير السريعة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Tailwind CSS - إطار التصميم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Shadcn/ui - مكتبة المكونات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البنية التحتية | Architecture: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Turborepo - نظام Monorepo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pnpm - مدير الحزم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Redux Toolkit - إدارة الحالة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React Router v6 - التنقل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IBM Plex Sans Arabic - الخط العربي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المميزات التقنية | Technical Features: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معمارية Monorepo للمشاركة الفعالة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أداء عالي مع Lazy Loading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تصميم متجاوب لجميع الأجهزة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دعم كامل للغة العربية (RTL)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نظام مكونات قابل لإعادة الاستخدام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🧮 وحدة إدارة الحسابات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Accounting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الوظائف الرئيسية: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القيود المحاسبية - تسجيل وإدارة القيود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سندات القبض والصرف - إدارة المستندات المالية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عهد نقدية - تتبع العهد المالية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شجرة الحسابات - دليل حسابات شامل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التقارير المالية - ميزان المراجعة، قائمة الدخل، المركز المالي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مراكز التكلفة - تخصيص النفقات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العملات المتعددة - دعم التعاملات الدولية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Main Functions: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Accounting Entries • Receipt &amp; Payment Vouchers • Cash Custody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Chart of Accounts • Financial Reports • Cost Centers • Multi-Currency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🛒 وحدة إدارة المشتريات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Purchases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الوظائف الرئيسية: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إدارة الموردين - قاعدة بيانات شاملة للموردين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طلبات الشراء - إنشاء ومتابعة طلبات المواد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عروض الأسعار - طلب ومقارنة عروض الموردين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أوامر الشراء - إصدار وتتبع أوامر الشراء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استلام المواد - تسجيل استلام الطلبات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فواتير المشتريات - معالجة فواتير الموردين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التكامل مع المخازن والحسابات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Main Functions: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Supplier Management • Purchase Requests • Price Quotes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Purchase Orders • Material Receipt • Purchase Invoices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💼 وحدة إدارة المبيعات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Sales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الوظائف الرئيسية: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إدارة العملاء - قاعدة بيانات العملاء الشاملة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عروض الأسعار - إنشاء عروض احترافية للعملاء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أوامر البيع - إدارة طلبات العملاء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فواتير المبيعات - إصدار ومتابعة الفواتير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إذن تسليم - تسجيل عمليات التسليم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قوائم الأسعار - إدارة الأسعار المختلفة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مندوبي المبيعات - متابعة الأداء والعمولات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Main Functions: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Customer Management • Quotations • Sales Orders • Invoices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Delivery Notes • Price Lists • Sales Representatives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📦 وحدة إدارة المستودعات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Warehouses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الوظائف الرئيسية: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مواد المخزون - تسجيل وإدارة جميع المواد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حركات المخزون - تتبع جميع حركات الصرف والإضافة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جرد المخزون - إجراء الجرد الدوري والمفاجئ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طلبات الانفاق - إدارة طلبات صرف المواد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نقل المواد - نقل بين المستودعات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الأرصدة الافتتاحية - تسجيل الأرصدة الأولية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التقييم - طرق تقييم مختلفة (FIFO, LIFO, Average)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Main Functions: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Inventory Materials • Stock Movements • Inventory Count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Material Requests • Transfers • Opening Balances • 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👥 وحدة الموارد البشرية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Human Resources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الوظائف الرئيسية: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ملفات الموظفين - إدارة بيانات الموظفين الكاملة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الحضور والانصراف - تتبع أوقات العمل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الإجازات - إدارة طلبات واستحقاقات الإجازات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الرواتب - حساب وصرف الرواتب الشهرية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التقييم والتطوير - تقييم الأداء والتدريب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التوظيف - إدارة عملية التوظيف من البداية للنهاية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العمل عن بعد - إدارة سياسات وطلبات العمل عن بعد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Main Functions: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Employee Records • Attendance • Leave Management • Payroll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Performance • Recruitment • Remote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🏢 وحدة إدارة الأصول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Assets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الوظائف الرئيسية: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سجل الأصول - قاعدة بيانات شاملة لجميع الأصول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حركات الأصول - نقل وتحويل الأصول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الاستهلاك - حساب الاستهلاك تلقائياً بطرق مختلفة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الصيانة - جدولة ومتابعة أعمال الصيانة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التقييم - إعادة تقييم قيمة الأصول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البيع والاستبعاد - إدارة عمليات التخلص من الأصول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التقارير - تقارير شاملة عن حالة الأصول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Main Functions: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Asset Register • Movements • Depreciation • Maintenance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Revaluation • Disposal • Comprehensive Reports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🏆 وحدة إدارة المنافسات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Competitions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الوظائف الرئيسية: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تأهيل الموردين - تسجيل وتقييم الموردين المؤهلين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تشكيل اللجان - إنشاء لجان التقييم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معايير التقييم - تحديد معايير تقييم العروض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إطلاق المنافسة - نشر والإعلان عن المنافسات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استقبال وفتح العروض - إدارة عملية استلام العروض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التقييم والترسية - تقييم العروض واختيار الفائز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العقود والاتفاقيات - إدارة التعاقدات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الضمانات البنكية - متابعة الضمانات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Main Functions: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Vendor Qualification • Committee Formation • Evaluation Criteria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Competition Launch • Offers Management • Award • Contracts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🎯 وحدة الإستراتيجية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Strategy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الوظائف الرئيسية: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الخطط الاستراتيجية - وضع ومتابعة الخطط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المشاريع - إدارة المشاريع الاستراتيجية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المهام - تعيين ومتابعة المهام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الاجتماعات - جدولة اجتماعات الإدارة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الوثائق - إدارة المستندات الاستراتيجية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تتبع الأداء - متابعة تحقيق الأهداف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المؤشرات (KPIs) - قياس الأداء المؤسسي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Main Functions: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Strategic Plans • Projects • Tasks • Meetings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Documents • Performance Tracking • KPIs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⚙️ محرك سير العمل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Workflow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الوظائف الرئيسية: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مسارات العمل - تصميم مسارات الموافقات المخصصة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قوائم التحقق - إنشاء قوالب التحقق والمراجعة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الأدوار والصلاحيات - تحديد المسؤوليات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الإشعارات التلقائية - تنبيه المسؤولين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تتبع المهام - متابعة حالة الطلبات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التكامل الشامل - ربط مع جميع الوحدات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السجلات - حفظ سجل كامل للإجراءات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Main Functions: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Custom Workflows • Verification Templates • Roles &amp; Permissions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Auto Notifications • Task Tracking • Full Integration • Audit Trail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📊 نظام التقارير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Reports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التقارير المتوفرة: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تقارير المحاسبة - ميزان المراجعة، قائمة الدخل، المركز المالي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تقارير المشتريات - تحليل المشتريات، مقارنة الموردين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تقارير المبيعات - تحليل المبيعات، أداء المندوبين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تقارير المخازن - حالة المخزون، حركة المخزون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تقارير الموارد البشرية - الحضور، الرواتب، الأداء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تقارير الأصول - حالة الأصول، الاستهلاك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تقارير مخصصة - تصميم تقارير حسب الحاجة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Available Reports:</a:t>
            </a:r>
          </a:p>
          <a:p>
            <a:pPr algn="r"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Accounting • Purchases • Sales • Inventory • HR • Assets • Custom Reports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🎨 التصميم وتجربة المستخدم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UI/UX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مميزات التصميم: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واجهة عربية أصلية 100%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100% Native Arabic Interface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دعم كامل للاتجاه من اليمين لليسار (RTL)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Full Right-to-Left (RTL) Support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تصميم متجاوب لجميع الأجهزة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Responsive Design for All Devices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ألوان احترافية (#093738 كلون رئيسي)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Professional Color Scheme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خط IBM Plex Sans Arabic للنصوص العربية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IBM Plex Arabic Font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واجهة بديهية سهلة الاستخدام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Intuitive User-Friendly Interface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⚙️ محرك سير العمل - التفاصيل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Workflow Engine -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كيف يعمل محرك سير العمل: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1️⃣ تصميم المسار - إنشاء مسار موافقات مخصص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 Design workflow with custom approval paths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2️⃣ تحديد المسؤولين - ربط كل خطوة بمسؤول محدد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 Assign responsible users for each step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3️⃣ الإشعارات التلقائية - إرسال تنبيهات للمسؤولين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 Automatic notifications to stakeholders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4️⃣ التتبع المباشر - متابعة حالة الطلب في كل مرحلة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 Real-time request tracking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5️⃣ السجل الكامل - حفظ جميع الإجراءات والتعليقات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 Complete audit trail and comments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🔗 التكامل بين الأنظمة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System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التكامل الشامل بين الوحدات: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المشتريات ← المخازن ← المحاسبة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Purchases → Warehouses → Accounting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المبيعات ← المخازن ← المحاسبة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Sales → Warehouses → Accounting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الموارد البشرية ← المحاسبة (الرواتب)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HR → Accounting (Payroll)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الأصول ← المحاسبة (الاستهلاك)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Assets → Accounting (Depreciation)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المنافسات ← المشتريات ← العقود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Competitions → Purchases → Contracts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جميع الوحدات ← محرك سير العمل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All Modules → Workflow Engine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🔐 الأمان والصلاحيات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Security &amp;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مميزات الأمان: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نظام صلاحيات متعدد المستويات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Multi-level permissions system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تسجيل دخول آمن مع المصادقة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Secure login with authentication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التحكم في الوصول حسب الدور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Role-based access control (RBAC)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سجل كامل للإجراءات (Audit Trail)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Complete audit trail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تشفير البيانات الحساسة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Data encryption for sensitive information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نسخ احتياطي تلقائي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Automatic backup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93738"/>
                </a:solidFill>
                <a:latin typeface="IBM Plex Sans Arabic"/>
              </a:defRPr>
            </a:pPr>
            <a:r>
              <a:t>📈 التحليلات والرؤى</a:t>
            </a:r>
          </a:p>
          <a:p>
            <a:pPr algn="ctr">
              <a:defRPr sz="2400">
                <a:solidFill>
                  <a:srgbClr val="0A4849"/>
                </a:solidFill>
                <a:latin typeface="Calibri"/>
              </a:defRPr>
            </a:pPr>
            <a:r>
              <a:t>Analytics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لوحات المعلومات والتحليلات: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لوحة معلومات تنفيذية شاملة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Comprehensive executive dashboard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مؤشرات الأداء الرئيسية (KPIs)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Key Performance Indicators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تحليل الاتجاهات والأنماط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Trend and pattern analysis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تقارير مصورة (Charts &amp; Graphs)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Visual reports with charts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تصدير التقارير (PDF, Excel)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Export reports in multiple formats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تقارير مجدولة تلقائياً</a:t>
            </a:r>
          </a:p>
          <a:p>
            <a:pPr algn="r"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  Scheduled automated reports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93738"/>
          </a:solidFill>
          <a:ln>
            <a:solidFill>
              <a:srgbClr val="093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خارطة الطريق والخطوات القادمة</a:t>
            </a:r>
          </a:p>
          <a:p>
            <a:pPr algn="ctr">
              <a:defRPr sz="2600">
                <a:solidFill>
                  <a:srgbClr val="2CC28D"/>
                </a:solidFill>
              </a:defRPr>
            </a:pPr>
            <a:r>
              <a:t>Roadmap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2000" b="1">
                <a:solidFill>
                  <a:srgbClr val="2CC28D"/>
                </a:solidFill>
              </a:defRPr>
            </a:pPr>
            <a:r>
              <a:t>المرحلة الحالية: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البنية الأساسية والتصميم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وحدة الحسابات (جاري التطوير)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 algn="r">
              <a:spcAft>
                <a:spcPts val="800"/>
              </a:spcAft>
              <a:defRPr sz="2000" b="1">
                <a:solidFill>
                  <a:srgbClr val="2CC28D"/>
                </a:solidFill>
              </a:defRPr>
            </a:pPr>
            <a:r>
              <a:t>المرحلة القادمة: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🔄 إكمال الوحدات الأساسية (مشتريات، مبيعات، مخازن)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🔄 تطوير محرك سير العمل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🔄 نظام التقارير المتقدم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المستقبل: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🔜 تطبيق الجوال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🔜 الذكاء الاصطناعي والتحليلات المتقدمة</a:t>
            </a:r>
          </a:p>
          <a:p>
            <a:pPr algn="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🔜 التكامل مع الأنظمة الخارجية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